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2C39A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Rate Optimization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A/B Testing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286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Case Study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&amp; Results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Examining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e-commerce company decided to test a new Call-to-Action button on their website. We want to determine whether this change actually leads to more purchases or if it's just noise.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749040" cy="237744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37490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Group (A)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button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144,234 users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17,489 conversions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Rate: ~12.04%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749040" cy="237744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011680"/>
            <a:ext cx="3749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Group (B)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7432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button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144,306 users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16,994 conversions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Rate: ~11.78%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288,540 unique users after cleaning (removal of duplicates &amp; mismatches)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 any analysis, we made sure our data was reliable.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86868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64008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null values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19933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were found in the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7863840" cy="86868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06040"/>
            <a:ext cx="64008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user IDs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30449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only the first record per user (drop_duplicates)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7863840" cy="86868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57600"/>
            <a:ext cx="64008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94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mismatches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4096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 the treatment group who saw the old page (and vice versa) were removed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288,540 records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1828800"/>
          </a:xfrm>
          <a:prstGeom prst="rect">
            <a:avLst/>
          </a:prstGeom>
          <a:solidFill>
            <a:srgbClr val="0B1D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11.96%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probability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(overall conversion rate)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749040" cy="182880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Frequentist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visit = Bernoulli trial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purchase (1), Failure = no (0)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P(purchase) = 34,483 / 288,540 ≈ 11.96%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7863840" cy="146304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291840"/>
            <a:ext cx="64008" cy="14630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Approach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Beta priors (α=150/1000, β=180/1000) and ran 1,000 Monte Carlo samples.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probability that B outperforms A is around ~90%.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this is based on priors, not on the actual data — which is why we also run hypothesis testing.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Intervals (95%)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enough to say "A had 12% and B had 11.8%". We need to know how confident we 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128016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A (Control)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conversion: ~12.04%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[11.87%, 12.21%]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of error: ±0.17%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7863840" cy="128016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B (Treatment)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conversion: ~11.78%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[11.61%, 11.95%]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of error: ±0.17%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262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intervals slightly overlap → first indication that the difference may not be statistically significant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749040" cy="118872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64008" cy="1188720"/>
          </a:xfrm>
          <a:prstGeom prst="rect">
            <a:avLst/>
          </a:prstGeom>
          <a:solidFill>
            <a:srgbClr val="5A7A8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H₀ (Null)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difference between the old and the new button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118872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64008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H₁ (Alternative)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button performs better than the old 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Z-test for proportions (proportions_ztest, alternative='larger')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solidFill>
            <a:srgbClr val="0B1D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≥ 0.05 → Failed to reject H₀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significant difference was found between the two buttons.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button does not appear to perform better than the old one.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conversion rate in both groups hovers around 12% — very close to each other.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intervals overlap, meaning the difference is most likely due to randomness.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Z-test confirms: p ≥ 0.05, we cannot reject H₀.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3832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Bayesian analysis shows a slight tendency in favor of B, but it relies on priors — it doesn't replace the classical test.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4114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recommendation: the button change doesn't seem to bring meaningful improvement. Keep the old one or try something completely different.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A/B Testing - Conversion Rate Optimization</dc:title>
  <dc:subject>PptxGenJS Presentation</dc:subject>
  <dc:creator>E-commerce Analytics Team</dc:creator>
  <cp:lastModifiedBy>E-commerce Analytics Team</cp:lastModifiedBy>
  <cp:revision>1</cp:revision>
  <dcterms:created xsi:type="dcterms:W3CDTF">2026-03-28T18:16:05Z</dcterms:created>
  <dcterms:modified xsi:type="dcterms:W3CDTF">2026-03-28T18:16:05Z</dcterms:modified>
</cp:coreProperties>
</file>